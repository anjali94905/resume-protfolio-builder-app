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2/27/2026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2/27/2026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amlit.io/" TargetMode="External"/><Relationship Id="rId2" Type="http://schemas.openxmlformats.org/officeDocument/2006/relationships/hyperlink" Target="https://huggingface.co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cikit-learn.org/stable/supervised_learning.html" TargetMode="External"/><Relationship Id="rId4" Type="http://schemas.openxmlformats.org/officeDocument/2006/relationships/hyperlink" Target="https://www.python.org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Name-  Anjali devi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Name-  Indian Institute of Technology Madras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BS in Data Science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Proposed 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200" b="1" dirty="0"/>
              <a:t>AI Resume &amp; portfolio Builder</a:t>
            </a:r>
          </a:p>
          <a:p>
            <a:pPr marL="0" indent="0">
              <a:buNone/>
            </a:pPr>
            <a:r>
              <a:rPr lang="en-IN" sz="2000" dirty="0"/>
              <a:t>Generating Smart, Personalized Career Documents Using Generative AI</a:t>
            </a:r>
          </a:p>
          <a:p>
            <a:r>
              <a:rPr lang="en-IN" sz="1600" dirty="0"/>
              <a:t>Many student struggle to present their skills professionally.</a:t>
            </a:r>
          </a:p>
          <a:p>
            <a:r>
              <a:rPr lang="en-IN" sz="1600" dirty="0"/>
              <a:t>Generic resume templates fail to highlight individual strengths. </a:t>
            </a:r>
          </a:p>
          <a:p>
            <a:r>
              <a:rPr lang="en-IN" sz="1600" dirty="0"/>
              <a:t>Students lack guidance in structuring resumes and portfolios.</a:t>
            </a:r>
          </a:p>
          <a:p>
            <a:r>
              <a:rPr lang="en-IN" sz="1600" dirty="0"/>
              <a:t>Difficulty in writing impactful cover letters.</a:t>
            </a:r>
          </a:p>
          <a:p>
            <a:r>
              <a:rPr lang="en-IN" sz="1600" dirty="0"/>
              <a:t>Limited knowledge of Applicant Tracking Systems (ATS).</a:t>
            </a:r>
          </a:p>
          <a:p>
            <a:r>
              <a:rPr lang="en-IN" sz="1600" dirty="0"/>
              <a:t>Low interview call rates due to poor resume optimization.</a:t>
            </a:r>
          </a:p>
          <a:p>
            <a:pPr marL="0" indent="0">
              <a:buNone/>
            </a:pPr>
            <a:r>
              <a:rPr lang="en-IN" sz="2000" b="1" dirty="0"/>
              <a:t>Core Problem</a:t>
            </a:r>
          </a:p>
          <a:p>
            <a:pPr marL="0" indent="0">
              <a:buNone/>
            </a:pPr>
            <a:r>
              <a:rPr lang="en-IN" sz="1600" dirty="0"/>
              <a:t>There is a need foe an intelligent system that can automatically generate personalized, professional resumes, cover letters, and portfolios tailored to individual student profiles.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967304"/>
            <a:ext cx="11907101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r>
              <a:rPr lang="en-IN" sz="3200" b="1" dirty="0"/>
              <a:t>AI Resume &amp; Portfolio Builder</a:t>
            </a:r>
          </a:p>
          <a:p>
            <a:pPr marL="0" indent="0">
              <a:buNone/>
            </a:pPr>
            <a:r>
              <a:rPr lang="en-IN" dirty="0"/>
              <a:t>A Generative AI-powered platform that:</a:t>
            </a:r>
          </a:p>
          <a:p>
            <a:r>
              <a:rPr lang="en-IN" dirty="0"/>
              <a:t>Collects student academic and skill data.</a:t>
            </a:r>
          </a:p>
          <a:p>
            <a:r>
              <a:rPr lang="en-IN" dirty="0"/>
              <a:t>Analysis strengths and career goals.</a:t>
            </a:r>
          </a:p>
          <a:p>
            <a:r>
              <a:rPr lang="en-IN" dirty="0"/>
              <a:t>Automatically generates :</a:t>
            </a:r>
          </a:p>
          <a:p>
            <a:r>
              <a:rPr lang="en-IN" dirty="0"/>
              <a:t>Tailored Resumes</a:t>
            </a:r>
          </a:p>
          <a:p>
            <a:r>
              <a:rPr lang="en-IN" dirty="0"/>
              <a:t>Customized Cover Lettera</a:t>
            </a:r>
          </a:p>
          <a:p>
            <a:r>
              <a:rPr lang="en-IN" dirty="0"/>
              <a:t>Personal Portfolio Content.</a:t>
            </a:r>
          </a:p>
          <a:p>
            <a:r>
              <a:rPr lang="en-IN" dirty="0"/>
              <a:t>Optimizes resumes for ATS systems.</a:t>
            </a:r>
          </a:p>
          <a:p>
            <a:r>
              <a:rPr lang="en-IN" dirty="0"/>
              <a:t>Provides real-time suggestions and improvements.</a:t>
            </a:r>
          </a:p>
          <a:p>
            <a:pPr marL="0" indent="0">
              <a:buNone/>
            </a:pPr>
            <a:r>
              <a:rPr lang="en-IN" sz="2000" b="1" dirty="0"/>
              <a:t>Goal</a:t>
            </a:r>
          </a:p>
          <a:p>
            <a:pPr marL="0" indent="0">
              <a:buNone/>
            </a:pPr>
            <a:r>
              <a:rPr lang="en-IN" sz="2000" dirty="0"/>
              <a:t>Increase job and internship opportunities by presenting students professionally.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14F04E-6F49-1ECF-2A47-F63BBF04A3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128230"/>
            <a:ext cx="9074085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Step 1: Data Collection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Personal details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Arial" panose="020B0604020202020204" pitchFamily="34" charset="0"/>
              </a:rPr>
              <a:t>Education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Skills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Arial" panose="020B0604020202020204" pitchFamily="34" charset="0"/>
              </a:rPr>
              <a:t>Projects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Certifications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Arial" panose="020B0604020202020204" pitchFamily="34" charset="0"/>
              </a:rPr>
              <a:t>Career goals 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Step 2: Data Processing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NLP-</a:t>
            </a:r>
            <a:r>
              <a:rPr lang="en-US" altLang="en-US" sz="1600" dirty="0">
                <a:latin typeface="Arial" panose="020B0604020202020204" pitchFamily="34" charset="0"/>
              </a:rPr>
              <a:t>based skill analysis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Arial" panose="020B0604020202020204" pitchFamily="34" charset="0"/>
              </a:rPr>
              <a:t>Keyword extraction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Industry-role matching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Step 3: Content Generation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Arial" panose="020B0604020202020204" pitchFamily="34" charset="0"/>
              </a:rPr>
              <a:t>Generative AI model creates: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Arial" panose="020B0604020202020204" pitchFamily="34" charset="0"/>
              </a:rPr>
              <a:t>Resume (role-specific)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Arial" panose="020B0604020202020204" pitchFamily="34" charset="0"/>
              </a:rPr>
              <a:t>Cover letter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Arial" panose="020B0604020202020204" pitchFamily="34" charset="0"/>
              </a:rPr>
              <a:t>Portfolio description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Arial" panose="020B0604020202020204" pitchFamily="34" charset="0"/>
              </a:rPr>
              <a:t>Step 4: Formatting &amp; Optimization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Arial" panose="020B0604020202020204" pitchFamily="34" charset="0"/>
              </a:rPr>
              <a:t>ATS keyword optimization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Arial" panose="020B0604020202020204" pitchFamily="34" charset="0"/>
              </a:rPr>
              <a:t>Professional formatting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600" dirty="0">
                <a:latin typeface="Arial" panose="020B0604020202020204" pitchFamily="34" charset="0"/>
              </a:rPr>
              <a:t>Multiple design templates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6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85" y="1258529"/>
            <a:ext cx="10942267" cy="4259956"/>
          </a:xfrm>
        </p:spPr>
        <p:txBody>
          <a:bodyPr>
            <a:normAutofit fontScale="90000"/>
          </a:bodyPr>
          <a:lstStyle/>
          <a:p>
            <a:b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</a:br>
            <a:b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</a:br>
            <a:b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</a:br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b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</a:br>
            <a:b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</a:br>
            <a:br>
              <a:rPr lang="en-US" sz="1800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</a:br>
            <a:b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</a:br>
            <a:b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</a:br>
            <a:b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</a:br>
            <a:b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</a:b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6B1088C-89EA-3F94-B807-2B09819E8A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2957" y="1988446"/>
            <a:ext cx="10353366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 Used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Input student data.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Preprocess text leaning &amp; structuring).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Extract keywords using NLP.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</a:rPr>
              <a:t>Match job role with skill database.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Generate tailored content using Generative AI (LLM).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Score resume for ATS compatibility.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Export as PDF/ Word/ Portfolio webpage</a:t>
            </a:r>
            <a:r>
              <a:rPr lang="en-US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.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Technologies Used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Natural Language Processing (NLP)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Large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Learning Models (LLMs).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Machine Learning for role matching.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Cloud</a:t>
            </a:r>
            <a:r>
              <a:rPr lang="en-US" altLang="en-US" sz="1600" dirty="0">
                <a:latin typeface="Arial" panose="020B0604020202020204" pitchFamily="34" charset="0"/>
              </a:rPr>
              <a:t>-based deployment.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Deployment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Web-based platform.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Hosted on cloud server.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Secure user login system.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Database for storing profiles.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ACDFCCA-3998-2A0E-AE71-80AFE8A15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1093215"/>
            <a:ext cx="4710475" cy="3924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Expected Outcomes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Improved resume quality.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ATS score.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interview shortlisting rate.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Time-saving for students.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professional branding.</a:t>
            </a:r>
          </a:p>
          <a:p>
            <a:pPr marL="0" indent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Benefits for Students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Confidence boost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Better job / internship chances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Professional digital presence.</a:t>
            </a: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-521110"/>
            <a:ext cx="9949156" cy="6496460"/>
          </a:xfrm>
        </p:spPr>
        <p:txBody>
          <a:bodyPr>
            <a:normAutofit/>
          </a:bodyPr>
          <a:lstStyle/>
          <a:p>
            <a:pPr marL="305435" indent="-305435"/>
            <a:r>
              <a:rPr lang="en-IN" sz="2000" dirty="0"/>
              <a:t>Solves the problem of generic resumes.</a:t>
            </a:r>
          </a:p>
          <a:p>
            <a:pPr marL="305435" indent="-305435"/>
            <a:r>
              <a:rPr lang="en-IN" sz="2000" dirty="0"/>
              <a:t>Uses Generative AI to personalize career documents.</a:t>
            </a:r>
          </a:p>
          <a:p>
            <a:pPr marL="305435" indent="-305435"/>
            <a:r>
              <a:rPr lang="en-IN" sz="2000" dirty="0"/>
              <a:t>Enhances employability od students.</a:t>
            </a:r>
          </a:p>
          <a:p>
            <a:pPr marL="305435" indent="-305435"/>
            <a:r>
              <a:rPr lang="en-IN" sz="2000" dirty="0"/>
              <a:t>Bridges the gap between skills and presentation.</a:t>
            </a:r>
          </a:p>
          <a:p>
            <a:pPr marL="305435" indent="-305435"/>
            <a:r>
              <a:rPr lang="en-IN" sz="2000" dirty="0"/>
              <a:t>Supports digital career growth in a competitive market.</a:t>
            </a: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CE0E30-F38C-D82A-6AE5-ECF63EAB5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67" y="1765096"/>
            <a:ext cx="1018052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dirty="0">
                <a:latin typeface="Arial" panose="020B0604020202020204" pitchFamily="34" charset="0"/>
              </a:rPr>
              <a:t>AI-Based Interview Preparation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</a:t>
            </a:r>
            <a:r>
              <a:rPr lang="en-US" altLang="en-US" dirty="0">
                <a:latin typeface="Arial" panose="020B0604020202020204" pitchFamily="34" charset="0"/>
              </a:rPr>
              <a:t>ultilingual Resume Generation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LinkedIn &amp; Job Portal Integration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Skill Gap 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dirty="0">
                <a:latin typeface="Arial" panose="020B0604020202020204" pitchFamily="34" charset="0"/>
              </a:rPr>
              <a:t>ATS &amp; Recruiter Dashboard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Portfolio Website Auto-Hosting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University &amp; Enterprise Deployment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dirty="0">
                <a:latin typeface="Arial" panose="020B0604020202020204" pitchFamily="34" charset="0"/>
              </a:rPr>
              <a:t>Blockchain-Based Resume Verification (Advanced)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9C82B0-CBA2-0FD2-0400-979E31AC4978}"/>
              </a:ext>
            </a:extLst>
          </p:cNvPr>
          <p:cNvSpPr txBox="1"/>
          <p:nvPr/>
        </p:nvSpPr>
        <p:spPr>
          <a:xfrm>
            <a:off x="668866" y="15256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Hugging Face – The AI community building the future.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8E3FB-22A7-E0B8-4581-182B6AF5A531}"/>
              </a:ext>
            </a:extLst>
          </p:cNvPr>
          <p:cNvSpPr txBox="1"/>
          <p:nvPr/>
        </p:nvSpPr>
        <p:spPr>
          <a:xfrm>
            <a:off x="668866" y="21182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hlinkClick r:id="rId3"/>
              </a:rPr>
              <a:t>Streamlit</a:t>
            </a:r>
            <a:r>
              <a:rPr lang="en-US" dirty="0">
                <a:hlinkClick r:id="rId3"/>
              </a:rPr>
              <a:t> • A faster way to build and share data apps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ED30D-1BDE-D15E-24BF-CDF91FB17E3B}"/>
              </a:ext>
            </a:extLst>
          </p:cNvPr>
          <p:cNvSpPr txBox="1"/>
          <p:nvPr/>
        </p:nvSpPr>
        <p:spPr>
          <a:xfrm>
            <a:off x="668866" y="27109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Welcome to Python.org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39F6C-608D-FFC0-AE73-B5FE2296234F}"/>
              </a:ext>
            </a:extLst>
          </p:cNvPr>
          <p:cNvSpPr txBox="1"/>
          <p:nvPr/>
        </p:nvSpPr>
        <p:spPr>
          <a:xfrm>
            <a:off x="668866" y="3303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1. Supervised learning — scikit-learn 1.8.0 documentation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Link :https://github.com/Anjali94905</a:t>
            </a:r>
          </a:p>
          <a:p>
            <a:r>
              <a:rPr lang="en-IN" dirty="0"/>
              <a:t>Deployment Link: </a:t>
            </a:r>
            <a:r>
              <a:rPr lang="en-IN" dirty="0" err="1"/>
              <a:t>Streamlit</a:t>
            </a:r>
            <a:r>
              <a:rPr lang="en-IN" dirty="0"/>
              <a:t> or </a:t>
            </a:r>
            <a:r>
              <a:rPr lang="en-IN" dirty="0" err="1"/>
              <a:t>gradio</a:t>
            </a:r>
            <a:r>
              <a:rPr lang="en-IN" dirty="0"/>
              <a:t>  links</a:t>
            </a:r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1168</TotalTime>
  <Words>542</Words>
  <Application>Microsoft Office PowerPoint</Application>
  <PresentationFormat>Widescreen</PresentationFormat>
  <Paragraphs>117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Franklin Gothic Book</vt:lpstr>
      <vt:lpstr>Franklin Gothic Demi</vt:lpstr>
      <vt:lpstr>Wingdings</vt:lpstr>
      <vt:lpstr>Wingdings 2</vt:lpstr>
      <vt:lpstr>DividendVTI</vt:lpstr>
      <vt:lpstr>Project title</vt:lpstr>
      <vt:lpstr>OUTLINE</vt:lpstr>
      <vt:lpstr>Problem Statement</vt:lpstr>
      <vt:lpstr>Proposed Solution</vt:lpstr>
      <vt:lpstr>System  Approach</vt:lpstr>
      <vt:lpstr>   Algorithm &amp; Deployment       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rahul rj</cp:lastModifiedBy>
  <cp:revision>38</cp:revision>
  <dcterms:created xsi:type="dcterms:W3CDTF">2021-05-26T16:50:10Z</dcterms:created>
  <dcterms:modified xsi:type="dcterms:W3CDTF">2026-02-27T20:33:53Z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